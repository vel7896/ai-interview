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75" r:id="rId22"/>
    <p:sldId id="281" r:id="rId23"/>
    <p:sldId id="276" r:id="rId24"/>
    <p:sldId id="277" r:id="rId25"/>
    <p:sldId id="278" r:id="rId26"/>
    <p:sldId id="279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635"/>
    <a:srgbClr val="9EFF29"/>
    <a:srgbClr val="C80064"/>
    <a:srgbClr val="C33A1F"/>
    <a:srgbClr val="0000CC"/>
    <a:srgbClr val="FF2549"/>
    <a:srgbClr val="007033"/>
    <a:srgbClr val="D6370C"/>
    <a:srgbClr val="1D3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5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121" y="1895168"/>
            <a:ext cx="4209555" cy="1445337"/>
          </a:xfrm>
        </p:spPr>
        <p:txBody>
          <a:bodyPr>
            <a:normAutofit/>
          </a:bodyPr>
          <a:lstStyle/>
          <a:p>
            <a:r>
              <a:rPr lang="en-IN" dirty="0"/>
              <a:t>AI INTERVIEW VOICE ASSISTANT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D9B52-1416-12AC-4835-AEF0E3A8AA63}"/>
              </a:ext>
            </a:extLst>
          </p:cNvPr>
          <p:cNvSpPr txBox="1"/>
          <p:nvPr/>
        </p:nvSpPr>
        <p:spPr>
          <a:xfrm>
            <a:off x="4998262" y="3666172"/>
            <a:ext cx="45960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PRESENTATION BY </a:t>
            </a:r>
          </a:p>
          <a:p>
            <a:r>
              <a:rPr lang="en-IN" b="1" dirty="0">
                <a:solidFill>
                  <a:srgbClr val="FFFFFF"/>
                </a:solidFill>
              </a:rPr>
              <a:t>VELMURUGAN V (Reg No: 24PMC147) SOMESHWAR K ( Reg. No.:24PMC126)</a:t>
            </a:r>
          </a:p>
          <a:p>
            <a:r>
              <a:rPr lang="en-IN" b="1" dirty="0">
                <a:solidFill>
                  <a:srgbClr val="FFFFFF"/>
                </a:solidFill>
              </a:rPr>
              <a:t> ZISHAAN ATHEEQ MOHAMMED </a:t>
            </a:r>
          </a:p>
          <a:p>
            <a:r>
              <a:rPr lang="en-IN" b="1" dirty="0">
                <a:solidFill>
                  <a:srgbClr val="FFFFFF"/>
                </a:solidFill>
              </a:rPr>
              <a:t>(Reg No: 24PMC158)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C3A417-73D9-BD23-2135-1936C6B93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1732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07C59-D1B2-4254-A48F-C48675AF43B9}"/>
              </a:ext>
            </a:extLst>
          </p:cNvPr>
          <p:cNvSpPr txBox="1"/>
          <p:nvPr/>
        </p:nvSpPr>
        <p:spPr>
          <a:xfrm>
            <a:off x="-55003" y="4295797"/>
            <a:ext cx="4809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guide  BY </a:t>
            </a:r>
          </a:p>
          <a:p>
            <a:r>
              <a:rPr lang="en-US" dirty="0">
                <a:solidFill>
                  <a:srgbClr val="FFFFFF"/>
                </a:solidFill>
              </a:rPr>
              <a:t>Dr. T. AMALRAJ VICTOIRE </a:t>
            </a:r>
          </a:p>
          <a:p>
            <a:r>
              <a:rPr lang="en-US" dirty="0">
                <a:solidFill>
                  <a:srgbClr val="FFFFFF"/>
                </a:solidFill>
              </a:rPr>
              <a:t>Associate Professor, Department of MCA</a:t>
            </a:r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7" y="1505111"/>
            <a:ext cx="8246070" cy="34658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Abstract</a:t>
            </a:r>
          </a:p>
          <a:p>
            <a:r>
              <a:rPr lang="en-US" dirty="0"/>
              <a:t>Existing system</a:t>
            </a:r>
          </a:p>
          <a:p>
            <a:r>
              <a:rPr lang="en-US" dirty="0"/>
              <a:t>Proposed system</a:t>
            </a:r>
          </a:p>
          <a:p>
            <a:r>
              <a:rPr lang="en-US" dirty="0"/>
              <a:t>Software &amp; Hardware requirement</a:t>
            </a:r>
          </a:p>
          <a:p>
            <a:r>
              <a:rPr lang="en-IN" dirty="0"/>
              <a:t>Modules</a:t>
            </a:r>
          </a:p>
          <a:p>
            <a:r>
              <a:rPr lang="en-IN" dirty="0"/>
              <a:t>Architectural Diagram</a:t>
            </a:r>
          </a:p>
          <a:p>
            <a:r>
              <a:rPr lang="en-IN" dirty="0"/>
              <a:t>Use Case Diagram</a:t>
            </a:r>
          </a:p>
          <a:p>
            <a:r>
              <a:rPr lang="en-IN" dirty="0"/>
              <a:t>Sequence Diagram </a:t>
            </a:r>
          </a:p>
          <a:p>
            <a:r>
              <a:rPr lang="en-IN" dirty="0"/>
              <a:t>Conclusion</a:t>
            </a:r>
            <a:endParaRPr lang="en-US" dirty="0"/>
          </a:p>
          <a:p>
            <a:r>
              <a:rPr lang="en-US" dirty="0"/>
              <a:t>Screenshots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E6D6-D139-FC14-ED08-06E4CFAA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3A0F7-EDBA-6C35-2277-81306760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781908"/>
          </a:xfrm>
        </p:spPr>
        <p:txBody>
          <a:bodyPr>
            <a:normAutofit fontScale="70000" lnSpcReduction="20000"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dirty="0"/>
              <a:t>The AI Interview Voice Assistant is an intelligent platform designed to simulate real-time job interviews. 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dirty="0"/>
              <a:t>It leverages speech recognition to capture user responses, text-to-speech for delivering interview questions, and natural language processing to evaluate answers. The system provides instant feedback, detailed reports on communication skills, clarity, confidence, and technical depth.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dirty="0"/>
              <a:t>This AI-powered system offers scalability, accessibility, and personalized insights to help candidates improve their interview performance.</a:t>
            </a:r>
          </a:p>
        </p:txBody>
      </p:sp>
    </p:spTree>
    <p:extLst>
      <p:ext uri="{BB962C8B-B14F-4D97-AF65-F5344CB8AC3E}">
        <p14:creationId xmlns:p14="http://schemas.microsoft.com/office/powerpoint/2010/main" val="158027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CBDA-D777-078F-8365-DB9A9439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F92A-C3ED-42BE-91A5-EAE83B544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Mock interviews conducted manually by HR professionals or peers.</a:t>
            </a:r>
          </a:p>
          <a:p>
            <a:pPr>
              <a:lnSpc>
                <a:spcPct val="150000"/>
              </a:lnSpc>
            </a:pPr>
            <a:r>
              <a:rPr lang="en-US" dirty="0"/>
              <a:t> Limited availability of trained evaluators.</a:t>
            </a:r>
          </a:p>
          <a:p>
            <a:pPr>
              <a:lnSpc>
                <a:spcPct val="150000"/>
              </a:lnSpc>
            </a:pPr>
            <a:r>
              <a:rPr lang="en-US" dirty="0"/>
              <a:t> Time-consuming process with delayed feedback.</a:t>
            </a:r>
          </a:p>
          <a:p>
            <a:pPr>
              <a:lnSpc>
                <a:spcPct val="150000"/>
              </a:lnSpc>
            </a:pPr>
            <a:r>
              <a:rPr lang="en-US" dirty="0"/>
              <a:t> Lack of personalized, data-driven insights.</a:t>
            </a:r>
          </a:p>
          <a:p>
            <a:pPr>
              <a:lnSpc>
                <a:spcPct val="150000"/>
              </a:lnSpc>
            </a:pPr>
            <a:r>
              <a:rPr lang="en-US" dirty="0"/>
              <a:t> Accessibility restricted to physical or scheduled sessions.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15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919E-B604-66B9-81BE-FE8AC730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5F8E-4265-C91E-D020-A13C1C543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/>
              <a:t>Automated AI-based interview assistant.</a:t>
            </a:r>
          </a:p>
          <a:p>
            <a:pPr>
              <a:lnSpc>
                <a:spcPct val="150000"/>
              </a:lnSpc>
            </a:pPr>
            <a:r>
              <a:rPr lang="en-US" dirty="0"/>
              <a:t> Voice interaction with real-time question delivery.</a:t>
            </a:r>
          </a:p>
          <a:p>
            <a:pPr>
              <a:lnSpc>
                <a:spcPct val="150000"/>
              </a:lnSpc>
            </a:pPr>
            <a:r>
              <a:rPr lang="en-US" dirty="0"/>
              <a:t> Automated recording and transcription of answers.</a:t>
            </a:r>
          </a:p>
          <a:p>
            <a:pPr>
              <a:lnSpc>
                <a:spcPct val="150000"/>
              </a:lnSpc>
            </a:pPr>
            <a:r>
              <a:rPr lang="en-US" dirty="0"/>
              <a:t> Real-time evaluation of communication, technical depth, and clarity.</a:t>
            </a:r>
          </a:p>
          <a:p>
            <a:pPr>
              <a:lnSpc>
                <a:spcPct val="150000"/>
              </a:lnSpc>
            </a:pPr>
            <a:r>
              <a:rPr lang="en-US" dirty="0"/>
              <a:t> Instant feedback and comprehensive performance reports.</a:t>
            </a:r>
          </a:p>
          <a:p>
            <a:pPr>
              <a:lnSpc>
                <a:spcPct val="150000"/>
              </a:lnSpc>
            </a:pPr>
            <a:r>
              <a:rPr lang="en-US" dirty="0"/>
              <a:t> Available anytime, anywhere through a web-based platform.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28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B410-ABDD-F315-EE80-22E197E7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846" y="735645"/>
            <a:ext cx="5152953" cy="32758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&amp; Hardware requirement</a:t>
            </a:r>
            <a:b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D1AB-A704-7CE9-FD25-410FD01B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021" y="1406406"/>
            <a:ext cx="7982093" cy="339447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requirement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React, TypeScript, CSS3 </a:t>
            </a: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Backend: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Express JS</a:t>
            </a:r>
            <a:endParaRPr lang="en-IN" dirty="0">
              <a:solidFill>
                <a:schemeClr val="bg1"/>
              </a:solidFill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dirty="0">
                <a:solidFill>
                  <a:schemeClr val="bg1"/>
                </a:solidFill>
                <a:latin typeface="Arial" panose="020B0604020202020204" pitchFamily="34" charset="0"/>
              </a:rPr>
              <a:t>API : </a:t>
            </a:r>
            <a:r>
              <a:rPr lang="en-IN" dirty="0">
                <a:solidFill>
                  <a:schemeClr val="bg1"/>
                </a:solidFill>
              </a:rPr>
              <a:t>OpenAI, Gemini API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Database: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Mongo DB 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988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FA69-78DA-948F-8721-ECC56E3F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requirement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D4DDD-B16D-EBB3-9839-4C01788F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312863"/>
            <a:ext cx="8245475" cy="346551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Processor:</a:t>
            </a:r>
            <a:r>
              <a:rPr lang="en-US" dirty="0">
                <a:solidFill>
                  <a:schemeClr val="bg1"/>
                </a:solidFill>
              </a:rPr>
              <a:t> Intel i3 or higher</a:t>
            </a:r>
          </a:p>
          <a:p>
            <a:r>
              <a:rPr lang="en-US" b="1" dirty="0">
                <a:solidFill>
                  <a:schemeClr val="bg1"/>
                </a:solidFill>
              </a:rPr>
              <a:t>RAM:</a:t>
            </a:r>
            <a:r>
              <a:rPr lang="en-US" dirty="0">
                <a:solidFill>
                  <a:schemeClr val="bg1"/>
                </a:solidFill>
              </a:rPr>
              <a:t> Minimum 4 GB</a:t>
            </a:r>
          </a:p>
          <a:p>
            <a:r>
              <a:rPr lang="en-US" b="1" dirty="0">
                <a:solidFill>
                  <a:schemeClr val="bg1"/>
                </a:solidFill>
              </a:rPr>
              <a:t>Hard Disk:</a:t>
            </a:r>
            <a:r>
              <a:rPr lang="en-US" dirty="0">
                <a:solidFill>
                  <a:schemeClr val="bg1"/>
                </a:solidFill>
              </a:rPr>
              <a:t> Minimum 250 GB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92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374A-9884-AE71-732E-A0E3BB75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EC1E0-76F3-44C8-C9EB-BBFC6058D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7" y="1381358"/>
            <a:ext cx="8246070" cy="346587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1. Authentication Module – Login/Register for users.</a:t>
            </a:r>
          </a:p>
          <a:p>
            <a:pPr>
              <a:lnSpc>
                <a:spcPct val="150000"/>
              </a:lnSpc>
            </a:pPr>
            <a:r>
              <a:rPr lang="en-US" dirty="0"/>
              <a:t>2. Speech-to-Text Module – Converts user responses into text.</a:t>
            </a:r>
          </a:p>
          <a:p>
            <a:pPr>
              <a:lnSpc>
                <a:spcPct val="150000"/>
              </a:lnSpc>
            </a:pPr>
            <a:r>
              <a:rPr lang="en-US" dirty="0"/>
              <a:t>3. Text-to-Speech Module – Reads out interview questions.</a:t>
            </a:r>
          </a:p>
          <a:p>
            <a:pPr>
              <a:lnSpc>
                <a:spcPct val="150000"/>
              </a:lnSpc>
            </a:pPr>
            <a:r>
              <a:rPr lang="en-US" dirty="0"/>
              <a:t>4. API Call – Evaluates clarity, confidence, technical knowledge.</a:t>
            </a:r>
          </a:p>
          <a:p>
            <a:pPr>
              <a:lnSpc>
                <a:spcPct val="150000"/>
              </a:lnSpc>
            </a:pPr>
            <a:r>
              <a:rPr lang="en-US" dirty="0"/>
              <a:t>5. Feedback Module – Provides real-time suggestions and scoring.</a:t>
            </a:r>
          </a:p>
          <a:p>
            <a:pPr>
              <a:lnSpc>
                <a:spcPct val="150000"/>
              </a:lnSpc>
            </a:pPr>
            <a:r>
              <a:rPr lang="en-US" dirty="0"/>
              <a:t>6. Report Generation Module – Summarizes performance with strengths, </a:t>
            </a:r>
          </a:p>
          <a:p>
            <a:pPr>
              <a:lnSpc>
                <a:spcPct val="150000"/>
              </a:lnSpc>
            </a:pPr>
            <a:r>
              <a:rPr lang="en-US" dirty="0"/>
              <a:t>weaknesses, and recommendations.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98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3430-A871-FEAA-F0CD-C9B5AFDE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Architectural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02E0D-52CF-E017-9580-9DB75DD51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89969"/>
            <a:ext cx="9144000" cy="395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6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257F-A1B3-136F-3703-708B7C3B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3257D2-4793-451C-1C61-7C17C618F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61" y="1195986"/>
            <a:ext cx="4585777" cy="3582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CE8B77-D964-25D7-7B6B-F20CE8A3A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85"/>
          <a:stretch>
            <a:fillRect/>
          </a:stretch>
        </p:blipFill>
        <p:spPr>
          <a:xfrm>
            <a:off x="4652238" y="1195985"/>
            <a:ext cx="4381786" cy="358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3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E1AA-2AC7-3D99-7F3D-74174762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SEQUENCE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A0769C-A8E5-1A27-CD5F-D93287E53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1910"/>
            <a:ext cx="9144000" cy="387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2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A06E-C7D7-06F0-9FA4-AB813A85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C8431-20F3-E76A-D057-C9DB18C52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7" y="1379662"/>
            <a:ext cx="8246070" cy="3465870"/>
          </a:xfrm>
        </p:spPr>
        <p:txBody>
          <a:bodyPr>
            <a:normAutofit/>
          </a:bodyPr>
          <a:lstStyle/>
          <a:p>
            <a:r>
              <a:rPr lang="en-US" dirty="0"/>
              <a:t>The Interview Voice Assistant project successfully delivered an innovative, voice driven platform for automated interview preparation. </a:t>
            </a:r>
          </a:p>
          <a:p>
            <a:r>
              <a:rPr lang="en-US" dirty="0"/>
              <a:t>This combination provides job seekers with an objective, data-driven assessment crucial for improving performance.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325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BCB1-8CB5-4B4B-096C-4D2918FC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Screenshots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7A41D9-61ED-A8C6-35DE-15563619D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61" y="1361287"/>
            <a:ext cx="8174176" cy="3361967"/>
          </a:xfrm>
        </p:spPr>
      </p:pic>
    </p:spTree>
    <p:extLst>
      <p:ext uri="{BB962C8B-B14F-4D97-AF65-F5344CB8AC3E}">
        <p14:creationId xmlns:p14="http://schemas.microsoft.com/office/powerpoint/2010/main" val="3479267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5FEA-4D63-936C-2F24-46674A15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PAGE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E5672E-2AE9-5345-CA8A-AFC5F3006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49" y="1250986"/>
            <a:ext cx="7886501" cy="4047993"/>
          </a:xfrm>
        </p:spPr>
      </p:pic>
    </p:spTree>
    <p:extLst>
      <p:ext uri="{BB962C8B-B14F-4D97-AF65-F5344CB8AC3E}">
        <p14:creationId xmlns:p14="http://schemas.microsoft.com/office/powerpoint/2010/main" val="344717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7AAF-9287-70B6-F234-709D49F9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 PAGE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475BEC-BBE8-BECC-B1FF-BEA0E1A31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90" y="1113151"/>
            <a:ext cx="7852125" cy="4030349"/>
          </a:xfrm>
        </p:spPr>
      </p:pic>
    </p:spTree>
    <p:extLst>
      <p:ext uri="{BB962C8B-B14F-4D97-AF65-F5344CB8AC3E}">
        <p14:creationId xmlns:p14="http://schemas.microsoft.com/office/powerpoint/2010/main" val="3986391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4978B-1827-A44C-503A-62D9B2BF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PROFILE PAGE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96E8D9-8449-0773-7EC8-1674DF709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80" y="1155245"/>
            <a:ext cx="8525232" cy="3988255"/>
          </a:xfrm>
        </p:spPr>
      </p:pic>
    </p:spTree>
    <p:extLst>
      <p:ext uri="{BB962C8B-B14F-4D97-AF65-F5344CB8AC3E}">
        <p14:creationId xmlns:p14="http://schemas.microsoft.com/office/powerpoint/2010/main" val="1401307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85C0-BB65-FC33-FEAA-05038ACB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PAGE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36A7A-A660-4E92-F5F1-B5DDF317B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002" y="894677"/>
            <a:ext cx="9311002" cy="4248823"/>
          </a:xfrm>
        </p:spPr>
      </p:pic>
    </p:spTree>
    <p:extLst>
      <p:ext uri="{BB962C8B-B14F-4D97-AF65-F5344CB8AC3E}">
        <p14:creationId xmlns:p14="http://schemas.microsoft.com/office/powerpoint/2010/main" val="219213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AB3D-F506-50B8-CFBD-8D051FFC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BF308-B693-6149-744A-2DF269044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99" y="886899"/>
            <a:ext cx="8553394" cy="4256601"/>
          </a:xfrm>
        </p:spPr>
      </p:pic>
    </p:spTree>
    <p:extLst>
      <p:ext uri="{BB962C8B-B14F-4D97-AF65-F5344CB8AC3E}">
        <p14:creationId xmlns:p14="http://schemas.microsoft.com/office/powerpoint/2010/main" val="3282513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350E-67B9-B293-EB44-A6B17C43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QUESTIONS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D8BB5F-9AC6-C000-ACE2-E561248CC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987863"/>
            <a:ext cx="8412029" cy="4155637"/>
          </a:xfrm>
        </p:spPr>
      </p:pic>
    </p:spTree>
    <p:extLst>
      <p:ext uri="{BB962C8B-B14F-4D97-AF65-F5344CB8AC3E}">
        <p14:creationId xmlns:p14="http://schemas.microsoft.com/office/powerpoint/2010/main" val="1636501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6EAC-3B19-630B-D948-61A8A35D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QUESTIONS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70BD1B-570C-3E37-7B04-ED47D4920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614" y="1135146"/>
            <a:ext cx="7895591" cy="400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3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9263-208C-AB1F-4E8D-525BC6BF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</a:t>
            </a:r>
            <a:r>
              <a:rPr lang="en-IN" dirty="0"/>
              <a:t>QUESTIONS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A5481C-16F9-285A-E5D9-8DEBBD7BF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85" y="825763"/>
            <a:ext cx="8412029" cy="4317737"/>
          </a:xfrm>
        </p:spPr>
      </p:pic>
    </p:spTree>
    <p:extLst>
      <p:ext uri="{BB962C8B-B14F-4D97-AF65-F5344CB8AC3E}">
        <p14:creationId xmlns:p14="http://schemas.microsoft.com/office/powerpoint/2010/main" val="61276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7251-57DD-99B0-8F80-04408F86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</a:t>
            </a:r>
            <a:r>
              <a:rPr lang="en-IN" dirty="0"/>
              <a:t>QUESTIONS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AE4105-0CE8-CAF8-3DE8-71EA87729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5034" y="1216907"/>
            <a:ext cx="6920887" cy="39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16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4DA2-F9B5-7EE6-A7F7-48FC4342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LODING STYLE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0A31EE-76A1-C005-E4F1-E43A02926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96" y="1265034"/>
            <a:ext cx="6389138" cy="3878466"/>
          </a:xfrm>
        </p:spPr>
      </p:pic>
    </p:spTree>
    <p:extLst>
      <p:ext uri="{BB962C8B-B14F-4D97-AF65-F5344CB8AC3E}">
        <p14:creationId xmlns:p14="http://schemas.microsoft.com/office/powerpoint/2010/main" val="2304146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19AD-B764-78AA-4A5B-DA9ECEA9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C7616-205E-C411-FB24-45E5B7A94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6915"/>
          <a:stretch>
            <a:fillRect/>
          </a:stretch>
        </p:blipFill>
        <p:spPr>
          <a:xfrm>
            <a:off x="2762396" y="1103219"/>
            <a:ext cx="4443076" cy="4040281"/>
          </a:xfrm>
        </p:spPr>
      </p:pic>
    </p:spTree>
    <p:extLst>
      <p:ext uri="{BB962C8B-B14F-4D97-AF65-F5344CB8AC3E}">
        <p14:creationId xmlns:p14="http://schemas.microsoft.com/office/powerpoint/2010/main" val="4215864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1ECB-8CA4-74F5-0EAB-4873094B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FB806-FADB-B0E0-4E35-ED44CE50F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99"/>
          <a:stretch>
            <a:fillRect/>
          </a:stretch>
        </p:blipFill>
        <p:spPr>
          <a:xfrm>
            <a:off x="812777" y="1310640"/>
            <a:ext cx="6591050" cy="3724347"/>
          </a:xfrm>
        </p:spPr>
      </p:pic>
    </p:spTree>
    <p:extLst>
      <p:ext uri="{BB962C8B-B14F-4D97-AF65-F5344CB8AC3E}">
        <p14:creationId xmlns:p14="http://schemas.microsoft.com/office/powerpoint/2010/main" val="1077456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 Thank You Template for PowerPoint and Google Slides - SlideChef">
            <a:extLst>
              <a:ext uri="{FF2B5EF4-FFF2-40B4-BE49-F238E27FC236}">
                <a16:creationId xmlns:a16="http://schemas.microsoft.com/office/drawing/2014/main" id="{2C57E2E0-E711-F742-AC9B-5826E1D30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982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On-screen Show (16:9)</PresentationFormat>
  <Paragraphs>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AI INTERVIEW VOICE ASSISTANT </vt:lpstr>
      <vt:lpstr>AGENDA</vt:lpstr>
      <vt:lpstr>ABSTRACT</vt:lpstr>
      <vt:lpstr>Existing System</vt:lpstr>
      <vt:lpstr>Proposed System</vt:lpstr>
      <vt:lpstr>Software &amp; Hardware requirement </vt:lpstr>
      <vt:lpstr>Hardware requirement</vt:lpstr>
      <vt:lpstr>Modules</vt:lpstr>
      <vt:lpstr>Architectural Diagram</vt:lpstr>
      <vt:lpstr>Use Case Diagram</vt:lpstr>
      <vt:lpstr>SEQUENCE DIAGRAM </vt:lpstr>
      <vt:lpstr>CONCLUSION</vt:lpstr>
      <vt:lpstr>Screenshots </vt:lpstr>
      <vt:lpstr>LOGIN PAGE </vt:lpstr>
      <vt:lpstr>HOME PAGE </vt:lpstr>
      <vt:lpstr>PROFILE PAGE </vt:lpstr>
      <vt:lpstr>ABOUT PAGE </vt:lpstr>
      <vt:lpstr>QUESTIONS</vt:lpstr>
      <vt:lpstr>TECHNICAL QUESTIONS </vt:lpstr>
      <vt:lpstr>TECHNICAL QUESTIONS </vt:lpstr>
      <vt:lpstr>CODING QUESTIONS </vt:lpstr>
      <vt:lpstr>CODING QUESTIONS </vt:lpstr>
      <vt:lpstr>LODING STYLE </vt:lpstr>
      <vt:lpstr>REPORT</vt:lpstr>
      <vt:lpstr>Feedback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2025-10-24T09:03:51Z</dcterms:modified>
</cp:coreProperties>
</file>